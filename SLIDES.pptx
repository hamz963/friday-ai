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9144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F.R.I.D.A.Y. AI</a:t>
            </a:r>
          </a:p>
          <a:p>
            <a:pPr algn="ctr">
              <a:defRPr sz="1800" b="1">
                <a:solidFill>
                  <a:srgbClr val="06B6D4"/>
                </a:solidFill>
                <a:latin typeface="Arial"/>
              </a:defRPr>
            </a:pPr>
            <a:r>
              <a:t>Fast, Resilient &amp; Intelligent Desktop Agent Yield-Engine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Autonomous Personal AI Operating System &amp; Agent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PRODUCT OVERVIEW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Product Vision &amp; Core Philosophy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🎯 Core Promise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Tell Friday what you want. Friday determines how to accomplish it, executes the work safely, verifies the result, and stays with the mission until the objective is completed.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⚡ Key Architectural Pillars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Local-First Engine: Built natively in Rust for 100% memory safety, ultra-low memory usage, and zero runtime dependencies.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Computer &amp; Browser Drivers: Direct OS mouse/keyboard control and headless Chrome automation.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Multi-OS Distribution: Statically compiled native binaries for Windows (.msi), macOS (.dmg), and Linux (.deb).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MARKET POSITION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Competitive Matrix: Friday AI vs OpenJarvis vs OpenClaw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Friday AI (This Project)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OpenJarvis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Core Language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Rust (Native &amp; Memory Safe)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System Drivers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Direct OS &amp; Headless Chrome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App Shell / Python SDK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Chat Application Hooks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Safety Sandbox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Integrated Terminal Sandbox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External Containers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User Approvals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Speech Refiner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Whisper Flow Anomaly Filter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Standard LLM Templates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Vector Database RAG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Distribution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Statically Linked .exe (11.9MB)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Local Source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Local Source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SYSTEM DESIGN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16-Crate Modular Workspace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Config manager &amp; hardware telemetry profiler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friday-llm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Multi-provider adapters &amp; HTML scraper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friday-memory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SQLite message database &amp; embeddings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friday-refiner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Whisper Flow prompt filler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friday-terminal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Sandboxed shell command execution kernel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friday-git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Repository working tree operator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59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friday-generator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100% Free AI Media Studio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937759"/>
            <a:ext cx="52120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</a:defRPr>
            </a:pPr>
            <a:r>
              <a:t>friday-api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Axum REST API &amp; embedded web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AGENT SYSTEM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Multi-Agent Orchestration &amp; Sub-Task Delegation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Planner Agent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Goal decomposition &amp; dependency trees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Research Agent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Deep web scraping &amp; data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Coding Agent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Code generation &amp; auto-debugging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Critic Agent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Outcome verification &amp; quality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8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Browser Agent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Automated DOM navigation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DevOps Agent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CI/CD, Git commits &amp;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SECURITY ARCHITECTURE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Multi-Tiered Security Engine &amp; Command Sandboxing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🛡️  Whisper Flow Speech Filter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Normalizes user stutters and maps speech to strict, pre-approved action parameters before LLM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🛡️  Terminal Command Sandbox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Regex-based filter inside friday-terminal that blocks destructive commands (e.g. recursive deletes, privilege escalations).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🛡️  Safe Diagnostics Scope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Confines automated compiler loops and test executions strictly to approved workspace directories.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GENERATIVE CAPABILITIES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100% Free AI Image &amp; Video Media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🖼️ FLUX.1 Artwork Generation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100% Free FLUX.1-schnell 1024x1024 artwork generation.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Zero API keys, credit cards or subscriptions required.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Instant HTTP inference saving local .jpg files.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Interactive Media Studio tab in Web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🎬 AnimateDiff AI Video Engine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Text-to-Video animation frame flow sequences.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Local ComfyUI / Automatic1111 bridge (100% Offline).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Prompt Enhancer auto-optimizes token density for visual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MARKET ANALYSIS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Competitive Advantage: Friday AI vs. Odysseus.ai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Metric / Feature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Friday AI (This Project)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Odysseus.ai (PewDiePie)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OpenInterpreter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Core Runtime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100% Compiled Rust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Electron / Node.js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Python CLI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Binary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11.9 MB (Single Binary)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~250 MB (Electron App)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Requires Python venv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Execution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200 ms / 1,000,000 loops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Standard Web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Multi-second loop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Command Safety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Regex Security Sandbox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Unrestricted Shell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User Confirmations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Free AI Media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6B6D4"/>
                          </a:solidFill>
                        </a:defRPr>
                      </a:pPr>
                      <a:r>
                        <a:t>FLUX.1 &amp; AnimateDiff ($0)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External API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ROADMAP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9-Phase Product 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1: Foundation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Core runtime, model abstraction &amp;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2: Agents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Planner, critic, verifier &amp; mission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3: Computer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Terminal sandbox, browser driver &amp; OS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4: Cowork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File intelligence, DOCX, PDF, PPTX, XLSX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10896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5: Developer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Repository intelligence, Git auto-commit &amp; builds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10896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6: Multi-Agent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Domain delegation &amp; specialized sub-teams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7: Voice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CPAL speech recognition &amp; wake word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57200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8: Proactive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Watch mode &amp; scheduled background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572000"/>
            <a:ext cx="33832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Phase 9: Ecosystem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Plugins, skills &amp; mobile companion sync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9144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F.R.I.D.A.Y. AI</a:t>
            </a:r>
          </a:p>
          <a:p>
            <a:pPr algn="ctr">
              <a:defRPr sz="2000" b="1">
                <a:solidFill>
                  <a:srgbClr val="06B6D4"/>
                </a:solidFill>
              </a:defRPr>
            </a:pPr>
            <a:r>
              <a:t>"Friday, make it happen."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Live Demo: https://hamz963.github.io/Friday-AI-Assistant/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GitHub Releases: https://github.com/hamz963/Friday-AI-Assistant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