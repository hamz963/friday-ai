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91440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F.R.I.D.A.Y. AI</a:t>
            </a:r>
          </a:p>
          <a:p>
            <a:pPr algn="ctr">
              <a:defRPr sz="1800" b="1">
                <a:solidFill>
                  <a:srgbClr val="06B6D4"/>
                </a:solidFill>
                <a:latin typeface="Arial"/>
              </a:defRPr>
            </a:pPr>
            <a:r>
              <a:t>Fast, Resilient &amp; Intelligent Desktop Agent Yield-Engine</a:t>
            </a:r>
          </a:p>
          <a:p>
            <a:pPr algn="ctr">
              <a:defRPr sz="1400">
                <a:solidFill>
                  <a:srgbClr val="94A3B8"/>
                </a:solidFill>
                <a:latin typeface="Arial"/>
              </a:defRPr>
            </a:pPr>
            <a:r>
              <a:t>Autonomous Personal AI Operating System &amp; Agent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PRODUCT OVERVIEW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Executive Product Vision &amp; Core Philosophy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🎯 Core Promise</a:t>
            </a:r>
          </a:p>
          <a:p>
            <a:br/>
            <a:pPr>
              <a:defRPr sz="1300">
                <a:solidFill>
                  <a:srgbClr val="FFFFFF"/>
                </a:solidFill>
              </a:defRPr>
            </a:pPr>
            <a:r>
              <a:t>Tell Friday what you want. Friday determines how to accomplish it, executes the work safely, verifies the result, and stays with the mission until the objective is completed.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⚡ Key Architectural Pillars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Local-First Engine: Built natively in Rust for 100% memory safety, ultra-low memory usage, and zero runtime dependencies.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Computer &amp; Browser Drivers: Direct OS mouse/keyboard control and headless Chrome automation.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Multi-OS Distribution: Statically compiled native binaries for Windows (.msi), macOS (.dmg), and Linux (.deb).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MARKET POSITION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Competitive Matrix: Friday AI vs OpenJarvis vs OpenClaw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Friday AI (This Project)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OpenJarvis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OpenClaw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Core Language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Rust (Native &amp; Memory Safe)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System Drivers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Direct OS &amp; Headless Chrome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App Shell / Python SDK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Chat Application Hooks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Safety Sandbox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Integrated Terminal Sandbox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External Containers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User Approvals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Speech Refiner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Whisper Flow Anomaly Filter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Standard LLM Templates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Vector Database RAG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Distribution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Statically Linked .exe / .msi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Local Source Code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Local Source Code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SYSTEM DESIGN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16-Crate Modular Workspace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friday-core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Config manager &amp; hardware telemetry profiler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friday-llm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Multi-provider adapters &amp; HTML scraper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friday-memory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SQLite message database &amp; embeddings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74320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friday-refiner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Whisper Flow prompt filler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friday-terminal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Sandboxed shell command execution kernel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friday-git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Repository working tree operator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59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friday-diagnostics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Compiler auto-debugging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937759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friday-api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Axum REST API &amp; embedded web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AGENT SYSTEM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Multi-Agent Orchestration &amp; Sub-Task Delegation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Planner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Goal decomposition &amp; dependency trees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Research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Deep web scraping &amp; data synthesis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Coding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Code generation &amp; auto-debugging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Critic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Outcome verification &amp; quality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84048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Browser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Automated DOM navigation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84048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DevOps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CI/CD, Git commits &amp;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SECURITY ARCHITECTURE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Multi-Tiered Security Engine &amp; Command Sandboxing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🛡️  Whisper Flow Speech Filter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Normalizes user stutters and maps speech to strict, pre-approved action parameters before LLM processing.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728655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🛡️  Terminal Command Sandbox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Regex-based filter inside friday-terminal that blocks destructive commands (e.g. recursive deletes, privilege escalations).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728655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🛡️  Safe Diagnostics Scope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Confines automated compiler loops and test executions strictly to approved workspace directories.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USER INTERFACE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Embedded Glassmorphic Developer Control Console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💻 Axum Web Server Features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Embedded directly inside binary (std::include_str!).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Live CPU &amp; RAM telemetry progress bars.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Interactive Claude Code-style shell console.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Active browser simulation viewport frame.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Zero-dependency single executable launch.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🌐 Web Deployment Strategy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GitHub Pages: Live interactive sandbox served at index.html.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Vercel Deployment: Automatic static site deployment out of the box.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Educational &amp; Security Info: Built-in guides for developer safety.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PERFORMANCE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Ultra-High Speed Release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200">
                <a:solidFill>
                  <a:srgbClr val="06B6D4"/>
                </a:solidFill>
              </a:defRPr>
            </a:pPr>
            <a:r>
              <a:t>1,000,000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Text Iteration Loops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Processed speech anomaly filler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200">
                <a:solidFill>
                  <a:srgbClr val="06B6D4"/>
                </a:solidFill>
              </a:defRPr>
            </a:pPr>
            <a:r>
              <a:t>200 ms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Total Execution Latency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Completed in one-fifth of a second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200">
                <a:solidFill>
                  <a:srgbClr val="06B6D4"/>
                </a:solidFill>
              </a:defRPr>
            </a:pPr>
            <a:r>
              <a:t>0.0002 ms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Average Iteration Speed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Native Rust compiled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200">
                <a:solidFill>
                  <a:srgbClr val="06B6D4"/>
                </a:solidFill>
              </a:defRPr>
            </a:pPr>
            <a:r>
              <a:t>73.17%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System CPU Utilization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Optimal multi-threaded load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ROADMAP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9-Phase Product Development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1: Foundation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Core runtime, model abstraction &amp;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2: Agents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Planner, critic, verifier &amp; mission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3: Computer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Terminal sandbox, browser driver &amp; OS automation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4: Cowork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File intelligence, DOCX, PDF, PPTX, XLSX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10896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5: Developer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Repository intelligence, Git auto-commit &amp; builds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6: Multi-Agent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Domain delegation &amp; specialized sub-teams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7: Voice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CPAL speech recognition &amp; wake word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57200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8: Proactive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Watch mode &amp; scheduled background monitoring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57200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9: Ecosystem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Plugins, skills &amp; mobile companion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91440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F.R.I.D.A.Y. AI</a:t>
            </a:r>
          </a:p>
          <a:p>
            <a:pPr algn="ctr">
              <a:defRPr sz="2000" b="1">
                <a:solidFill>
                  <a:srgbClr val="06B6D4"/>
                </a:solidFill>
              </a:defRPr>
            </a:pPr>
            <a:r>
              <a:t>"Friday, make it happen."</a:t>
            </a:r>
          </a:p>
          <a:p>
            <a:br/>
            <a:pPr algn="ctr">
              <a:defRPr sz="1300">
                <a:solidFill>
                  <a:srgbClr val="94A3B8"/>
                </a:solidFill>
              </a:defRPr>
            </a:pPr>
            <a:r>
              <a:t>Live Demo: https://hamz963.github.io/Friday-AI-Assistant/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GitHub Releases: https://github.com/hamz963/Friday-AI-Assistant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